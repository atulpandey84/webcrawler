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Enterprise Infrastructure Migration to GCP: Solution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Solution Architecture and Landing Zone Design</a:t>
            </a:r>
          </a:p>
          <a:p>
            <a:r>
              <a:t>Prepared by Jules, Senior Software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Transition enterprise workloads from on-prem to Google Cloud Platform.</a:t>
            </a:r>
          </a:p>
          <a:p>
            <a:r>
              <a:t>Core Strategy: Establish a robust, secure, and scalable Landing Zone.</a:t>
            </a:r>
          </a:p>
          <a:p>
            <a:r>
              <a:t>Key Pillars:</a:t>
            </a:r>
          </a:p>
          <a:p>
            <a:pPr lvl="1"/>
            <a:r>
              <a:t>Centralized Governance (Organization &amp; Folders)</a:t>
            </a:r>
          </a:p>
          <a:p>
            <a:pPr lvl="1"/>
            <a:r>
              <a:t>Networking (Shared VPC &amp; Hybrid Connectivity)</a:t>
            </a:r>
          </a:p>
          <a:p>
            <a:pPr lvl="1"/>
            <a:r>
              <a:t>Security (IAM, Encryption, Edge Security)</a:t>
            </a:r>
          </a:p>
          <a:p>
            <a:pPr lvl="1"/>
            <a:r>
              <a:t>Operations (Cloud Logging &amp; Monitoring)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Organization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 Node: Root of the hierarchy.</a:t>
            </a:r>
          </a:p>
          <a:p>
            <a:r>
              <a:t>Folders: Common, Production, Non-Production, Sandbox.</a:t>
            </a:r>
          </a:p>
          <a:p>
            <a:r>
              <a:t>Projects:</a:t>
            </a:r>
          </a:p>
          <a:p>
            <a:pPr lvl="1"/>
            <a:r>
              <a:t>Host Project: Manages Shared VPC</a:t>
            </a:r>
          </a:p>
          <a:p>
            <a:pPr lvl="1"/>
            <a:r>
              <a:t>Service Projects: Application-specific resources</a:t>
            </a:r>
          </a:p>
          <a:p>
            <a:pPr lvl="1"/>
            <a:r>
              <a:t>Logging/Audit Project: Centralized logs</a:t>
            </a:r>
          </a:p>
          <a:p>
            <a:pPr lvl="1"/>
            <a:r>
              <a:t>Security Project: Secrets management, KMS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GCP Landing Zone &amp;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Infrastructure as Code (IaC): Terraform for repeatable deployments.</a:t>
            </a:r>
          </a:p>
          <a:p>
            <a:r>
              <a:t>Landing Zone Components:</a:t>
            </a:r>
          </a:p>
          <a:p>
            <a:pPr lvl="1"/>
            <a:r>
              <a:t>Resource Hierarchy setup</a:t>
            </a:r>
          </a:p>
          <a:p>
            <a:pPr lvl="1"/>
            <a:r>
              <a:t>Identity &amp; Access Management</a:t>
            </a:r>
          </a:p>
          <a:p>
            <a:pPr lvl="1"/>
            <a:r>
              <a:t>Networking (Hub-and-Spoke or Shared VPC)</a:t>
            </a:r>
          </a:p>
          <a:p>
            <a:pPr lvl="1"/>
            <a:r>
              <a:t>Logging &amp; Monitoring sinks</a:t>
            </a:r>
          </a:p>
          <a:p>
            <a:pPr lvl="1"/>
            <a:r>
              <a:t>Security Guardrails (Organization Policies)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Networking: Shared VPC &amp; Hybrid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Shared VPC: Centralized management of network resources in a Host Project.</a:t>
            </a:r>
          </a:p>
          <a:p>
            <a:r>
              <a:t>Service Projects: Consume subnets from the Host Project.</a:t>
            </a:r>
          </a:p>
          <a:p>
            <a:r>
              <a:t>Hybrid Connectivity: Cloud Interconnect (High Bandwidth), Cloud VPN (Encrypted).</a:t>
            </a:r>
          </a:p>
          <a:p>
            <a:r>
              <a:t>Additional Services: Cloud DNS (Internal resolution), Cloud NAT (Private VM internet).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&amp;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Identity Management: Syncing On-Prem AD with Cloud Identity.</a:t>
            </a:r>
          </a:p>
          <a:p>
            <a:r>
              <a:t>IAM Principles: Least Privilege, Custom Roles, Service Account security.</a:t>
            </a:r>
          </a:p>
          <a:p>
            <a:r>
              <a:t>Network Security: Cloud Armor (WAF), IAP (Remote Access), VPC Service Controls.</a:t>
            </a:r>
          </a:p>
          <a:p>
            <a:r>
              <a:t>Data Security: Cloud KMS, CMEK (Customer-Managed Encryption Keys).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Centralized Logging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Logging:</a:t>
            </a:r>
          </a:p>
          <a:p>
            <a:pPr lvl="1"/>
            <a:r>
              <a:t>Log Sinks: Exporting to BigQuery or GCS</a:t>
            </a:r>
          </a:p>
          <a:p>
            <a:pPr lvl="1"/>
            <a:r>
              <a:t>Centralized Logging Project for audit trails</a:t>
            </a:r>
          </a:p>
          <a:p>
            <a:r>
              <a:t>Cloud Monitoring:</a:t>
            </a:r>
          </a:p>
          <a:p>
            <a:pPr lvl="1"/>
            <a:r>
              <a:t>Multi-project dashboards</a:t>
            </a:r>
          </a:p>
          <a:p>
            <a:pPr lvl="1"/>
            <a:r>
              <a:t>Uptime checks and Alerts (Slack/Email)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Organization Policy Service: Restrict locations, disable external IPs.</a:t>
            </a:r>
          </a:p>
          <a:p>
            <a:r>
              <a:t>Policy Intelligence: Recommenders for IAM and firewall rules.</a:t>
            </a:r>
          </a:p>
          <a:p>
            <a:r>
              <a:t>Compliance: Mapping to SOC2, HIPAA, or GDPR.</a:t>
            </a:r>
          </a:p>
          <a:p>
            <a:r>
              <a:t>Resource Quotas: Managing limits across projects.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Strategy &amp;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Assess (Discovery, TCO).</a:t>
            </a:r>
          </a:p>
          <a:p>
            <a:r>
              <a:t>Phase 2: Plan (Architecture design, Landing Zone setup).</a:t>
            </a:r>
          </a:p>
          <a:p>
            <a:r>
              <a:t>Phase 3: Deploy (Pilot migration, Wave-based migration).</a:t>
            </a:r>
          </a:p>
          <a:p>
            <a:r>
              <a:t>Phase 4: Optimize (Right-sizing, Modernization).</a:t>
            </a:r>
          </a:p>
          <a:p>
            <a:r>
              <a:t>Tools: Migrate for Compute Engine (M4CE), Anthos.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 A robust GCP Landing Zone provides a scalable, secure, and governed environment for enterprise workloads.</a:t>
            </a:r>
          </a:p>
          <a:p>
            <a:r>
              <a:t>Next Steps: Begin Assessment phase and POC for Landing Zone components.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